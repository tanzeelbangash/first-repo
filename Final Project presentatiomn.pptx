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50" autoAdjust="0"/>
    <p:restoredTop sz="87973" autoAdjust="0"/>
  </p:normalViewPr>
  <p:slideViewPr>
    <p:cSldViewPr snapToGrid="0">
      <p:cViewPr varScale="1">
        <p:scale>
          <a:sx n="69" d="100"/>
          <a:sy n="69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D69A9-B36C-4A05-BBAA-5A2753C3FCA5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CA13F-971B-4516-8274-D594B0AB4C70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51855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CA13F-971B-4516-8274-D594B0AB4C70}" type="slidenum">
              <a:rPr lang="en-AS" smtClean="0"/>
              <a:t>1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5319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A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72427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88986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47976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05939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171438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81581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29106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40374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15089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54645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360119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442416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192929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706076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A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9759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586611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5029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43AA8AB-5171-4D49-A872-246000869C23}" type="datetimeFigureOut">
              <a:rPr lang="en-AS" smtClean="0"/>
              <a:t>1/28/2025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A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D01212C-A6C0-4A89-B900-B38907759FA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56226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plusplu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10CEDF-ECBE-E86B-D1FA-234ABF066C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</a:rPr>
              <a:t>Final Project</a:t>
            </a:r>
            <a:r>
              <a:rPr lang="en-US" sz="5400" dirty="0"/>
              <a:t>:</a:t>
            </a:r>
            <a:endParaRPr lang="en-AS" sz="5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113E37A-8F3B-DE3C-BEA0-8249B142329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5"/>
            <a:ext cx="12192000" cy="4351338"/>
          </a:xfrm>
        </p:spPr>
      </p:pic>
    </p:spTree>
    <p:extLst>
      <p:ext uri="{BB962C8B-B14F-4D97-AF65-F5344CB8AC3E}">
        <p14:creationId xmlns:p14="http://schemas.microsoft.com/office/powerpoint/2010/main" val="187771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CCDB-FE85-DF88-6640-F1181FAA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</a:t>
            </a:r>
            <a:endParaRPr lang="en-A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FBC386-5772-43F8-EBAF-CB15FED971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880491"/>
            <a:ext cx="8825659" cy="2862322"/>
          </a:xfrm>
          <a:prstGeom prst="rect">
            <a:avLst/>
          </a:prstGeom>
          <a:solidFill>
            <a:schemeClr val="accent3"/>
          </a:solidFill>
          <a:ln>
            <a:solidFill>
              <a:schemeClr val="bg2">
                <a:lumMod val="90000"/>
              </a:schemeClr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AS" altLang="en-A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AS" altLang="en-A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System</a:t>
            </a:r>
            <a:endParaRPr kumimoji="0" lang="en-US" altLang="en-A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Subtitle:</a:t>
            </a:r>
            <a:r>
              <a:rPr kumimoji="0" lang="en-AS" altLang="en-A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Project Presentation</a:t>
            </a:r>
            <a:endParaRPr kumimoji="0" lang="en-U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AS" b="1" dirty="0">
                <a:solidFill>
                  <a:schemeClr val="tx1"/>
                </a:solidFill>
                <a:latin typeface="Arial" panose="020B0604020202020204" pitchFamily="34" charset="0"/>
              </a:rPr>
              <a:t>Tanzeel Abbas</a:t>
            </a:r>
            <a:r>
              <a:rPr kumimoji="0" lang="en-AS" altLang="en-A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A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A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A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Basharat </a:t>
            </a:r>
            <a:r>
              <a:rPr kumimoji="0" lang="en-US" altLang="en-A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suad</a:t>
            </a:r>
            <a:endParaRPr kumimoji="0" lang="en-US" altLang="en-A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A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Department:</a:t>
            </a:r>
            <a:r>
              <a:rPr kumimoji="0" lang="en-AS" altLang="en-A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BS Computer Science</a:t>
            </a:r>
            <a:endParaRPr kumimoji="0" lang="en-U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93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FBF81061-A028-8657-3E1D-A1FF62A33B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35" y="2682777"/>
            <a:ext cx="3028950" cy="1285346"/>
          </a:xfr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E796B1D4-9D42-2120-7723-BFC1198292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575" y="3968123"/>
            <a:ext cx="2740673" cy="2401457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1B6DC0-BBA2-47A2-B393-C40BE1499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4954" y="757764"/>
            <a:ext cx="2710999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b="1" dirty="0">
                <a:solidFill>
                  <a:schemeClr val="bg1"/>
                </a:solidFill>
              </a:rPr>
              <a:t>Introduction:</a:t>
            </a:r>
            <a:endParaRPr kumimoji="0" lang="en-AS" altLang="en-A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47906-CF4C-6851-953B-FB641D444E7E}"/>
              </a:ext>
            </a:extLst>
          </p:cNvPr>
          <p:cNvSpPr txBox="1"/>
          <p:nvPr/>
        </p:nvSpPr>
        <p:spPr>
          <a:xfrm>
            <a:off x="569371" y="2963333"/>
            <a:ext cx="5425029" cy="230832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Booking System</a:t>
            </a:r>
            <a:r>
              <a:rPr lang="en-US" dirty="0"/>
              <a:t> is a C++ program designed for </a:t>
            </a:r>
            <a:r>
              <a:rPr lang="en-US" b="1" dirty="0"/>
              <a:t>room and car reservations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an efficient way to book rooms and</a:t>
            </a:r>
          </a:p>
          <a:p>
            <a:r>
              <a:rPr lang="en-US" dirty="0"/>
              <a:t>     rent cars with user-friendly billing.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 </a:t>
            </a:r>
            <a:r>
              <a:rPr lang="en-US" b="1" dirty="0"/>
              <a:t>structured programming</a:t>
            </a:r>
            <a:r>
              <a:rPr lang="en-US" dirty="0"/>
              <a:t>, input</a:t>
            </a:r>
          </a:p>
          <a:p>
            <a:r>
              <a:rPr lang="en-US" dirty="0"/>
              <a:t>    validation, and formatted output.</a:t>
            </a:r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247583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B70B-EF59-C8BE-173F-49DB6A65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Specifications:</a:t>
            </a:r>
            <a:endParaRPr lang="en-A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9645E-7147-1309-77BB-2C01F92DC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4363926"/>
            <a:ext cx="3050438" cy="576262"/>
          </a:xfrm>
          <a:solidFill>
            <a:schemeClr val="accent4"/>
          </a:solidFill>
        </p:spPr>
        <p:txBody>
          <a:bodyPr/>
          <a:lstStyle/>
          <a:p>
            <a:r>
              <a:rPr lang="en-US" sz="1600" dirty="0"/>
              <a:t>Programming Language:</a:t>
            </a:r>
            <a:endParaRPr lang="en-AS" sz="2000" dirty="0">
              <a:solidFill>
                <a:schemeClr val="tx1"/>
              </a:solidFill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56BC2D6-48B9-898F-7A88-B1ADF7BC57B4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45" b="23645"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3487E2-165E-92C1-7C96-05CE28C9E4BC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62985" y="5299556"/>
            <a:ext cx="3042407" cy="1092774"/>
          </a:xfrm>
          <a:solidFill>
            <a:schemeClr val="accent1">
              <a:lumMod val="9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        C++</a:t>
            </a:r>
            <a:endParaRPr lang="en-AS" sz="3200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D52E78-9882-F266-F984-A16656B96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67557" y="4363925"/>
            <a:ext cx="3050438" cy="576263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Main Features:</a:t>
            </a:r>
            <a:endParaRPr lang="en-AS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D2CBCD0-0A87-E521-59AC-7E394D29F79E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0" b="10500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CC8E00-855A-A784-2FDF-E91DF8C94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80160" y="4363926"/>
            <a:ext cx="3051095" cy="576262"/>
          </a:xfrm>
          <a:solidFill>
            <a:schemeClr val="accent4"/>
          </a:solidFill>
        </p:spPr>
        <p:txBody>
          <a:bodyPr/>
          <a:lstStyle/>
          <a:p>
            <a:r>
              <a:rPr lang="en-US" sz="2000" dirty="0"/>
              <a:t>User Input &amp; Output:</a:t>
            </a:r>
            <a:endParaRPr lang="en-AS" sz="2000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A794151-CBC1-405E-BD40-82171531E9AD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" b="688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74446A-E893-27C2-5E58-7EBCE71356D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23200" y="5202812"/>
            <a:ext cx="3205815" cy="1283225"/>
          </a:xfrm>
          <a:solidFill>
            <a:schemeClr val="accent1">
              <a:lumMod val="90000"/>
            </a:schemeClr>
          </a:solidFill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select a service.</a:t>
            </a:r>
          </a:p>
          <a:p>
            <a:pPr lvl="1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displays available options.</a:t>
            </a:r>
          </a:p>
          <a:p>
            <a:pPr lvl="1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details are collected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and a final bill is generated.</a:t>
            </a:r>
          </a:p>
          <a:p>
            <a:endParaRPr lang="en-AS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B60A9F7-5023-DFE5-6872-4D4DC1079A52}"/>
              </a:ext>
            </a:extLst>
          </p:cNvPr>
          <p:cNvSpPr>
            <a:spLocks noGrp="1" noChangeArrowheads="1"/>
          </p:cNvSpPr>
          <p:nvPr>
            <p:ph type="body" sz="half" idx="19"/>
          </p:nvPr>
        </p:nvSpPr>
        <p:spPr bwMode="auto">
          <a:xfrm>
            <a:off x="4548678" y="5251184"/>
            <a:ext cx="3042407" cy="11695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S" altLang="en-A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 and Car Booking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Information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 Calculation with 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Customer ID Generation </a:t>
            </a:r>
          </a:p>
        </p:txBody>
      </p:sp>
    </p:spTree>
    <p:extLst>
      <p:ext uri="{BB962C8B-B14F-4D97-AF65-F5344CB8AC3E}">
        <p14:creationId xmlns:p14="http://schemas.microsoft.com/office/powerpoint/2010/main" val="310553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D381F5-733E-F288-BE68-7EBD74BBA9D3}"/>
              </a:ext>
            </a:extLst>
          </p:cNvPr>
          <p:cNvSpPr txBox="1"/>
          <p:nvPr/>
        </p:nvSpPr>
        <p:spPr>
          <a:xfrm>
            <a:off x="321733" y="694267"/>
            <a:ext cx="1837267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Flow chart:</a:t>
            </a:r>
            <a:endParaRPr lang="en-AS" sz="2400" dirty="0">
              <a:solidFill>
                <a:schemeClr val="bg1"/>
              </a:solidFill>
            </a:endParaRP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F86104D8-34D3-5E0D-1F3D-5972A47B223D}"/>
              </a:ext>
            </a:extLst>
          </p:cNvPr>
          <p:cNvSpPr/>
          <p:nvPr/>
        </p:nvSpPr>
        <p:spPr>
          <a:xfrm>
            <a:off x="4893734" y="211770"/>
            <a:ext cx="914400" cy="30175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start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0A71DC1E-F322-AE40-2CD5-69D0A5DB3766}"/>
              </a:ext>
            </a:extLst>
          </p:cNvPr>
          <p:cNvSpPr/>
          <p:nvPr/>
        </p:nvSpPr>
        <p:spPr>
          <a:xfrm>
            <a:off x="3424769" y="959546"/>
            <a:ext cx="3763432" cy="61264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Display Booking option: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1.Room Booking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2.Car booking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42D6530-CEE3-9937-E610-539DD00694BB}"/>
              </a:ext>
            </a:extLst>
          </p:cNvPr>
          <p:cNvSpPr/>
          <p:nvPr/>
        </p:nvSpPr>
        <p:spPr>
          <a:xfrm>
            <a:off x="4154759" y="2091656"/>
            <a:ext cx="2442633" cy="41609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User Selection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B20B1AC6-D71A-A637-561E-1ABD342DD44A}"/>
              </a:ext>
            </a:extLst>
          </p:cNvPr>
          <p:cNvSpPr/>
          <p:nvPr/>
        </p:nvSpPr>
        <p:spPr>
          <a:xfrm>
            <a:off x="973666" y="2758184"/>
            <a:ext cx="3407832" cy="395151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Display rooms Option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39BAD2CA-0F61-5C65-9E11-C08A718D21A0}"/>
              </a:ext>
            </a:extLst>
          </p:cNvPr>
          <p:cNvSpPr/>
          <p:nvPr/>
        </p:nvSpPr>
        <p:spPr>
          <a:xfrm>
            <a:off x="6290300" y="2657888"/>
            <a:ext cx="3572936" cy="431761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Display Car Rental Option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696EAB6E-5C34-185E-1635-C11C93884620}"/>
              </a:ext>
            </a:extLst>
          </p:cNvPr>
          <p:cNvSpPr/>
          <p:nvPr/>
        </p:nvSpPr>
        <p:spPr>
          <a:xfrm>
            <a:off x="1096434" y="3518876"/>
            <a:ext cx="2611967" cy="113146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User Selects: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-Room Type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-Quantity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-Duration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1B127274-0C4B-AFCF-52C4-1C35D02A0909}"/>
              </a:ext>
            </a:extLst>
          </p:cNvPr>
          <p:cNvSpPr/>
          <p:nvPr/>
        </p:nvSpPr>
        <p:spPr>
          <a:xfrm>
            <a:off x="6849317" y="3436915"/>
            <a:ext cx="2421467" cy="1185333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User Selects: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-Rental Type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-Duration</a:t>
            </a:r>
          </a:p>
          <a:p>
            <a:pPr algn="ctr"/>
            <a:endParaRPr lang="en-AS" dirty="0">
              <a:solidFill>
                <a:schemeClr val="tx1"/>
              </a:solidFill>
            </a:endParaRPr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3BCF1D2B-6940-AD72-E8FA-6A87925135F6}"/>
              </a:ext>
            </a:extLst>
          </p:cNvPr>
          <p:cNvSpPr/>
          <p:nvPr/>
        </p:nvSpPr>
        <p:spPr>
          <a:xfrm>
            <a:off x="2677582" y="4890950"/>
            <a:ext cx="5190065" cy="301752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 Collect Customer Information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7A66B1BC-0040-7AC8-5414-BCA5739CF974}"/>
              </a:ext>
            </a:extLst>
          </p:cNvPr>
          <p:cNvSpPr/>
          <p:nvPr/>
        </p:nvSpPr>
        <p:spPr>
          <a:xfrm>
            <a:off x="2506135" y="5469319"/>
            <a:ext cx="5190065" cy="39799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Calculate and Display  Final Bill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AD7738C0-9879-B316-AEC9-1647B499C8A0}"/>
              </a:ext>
            </a:extLst>
          </p:cNvPr>
          <p:cNvSpPr/>
          <p:nvPr/>
        </p:nvSpPr>
        <p:spPr>
          <a:xfrm>
            <a:off x="4830234" y="6182083"/>
            <a:ext cx="914400" cy="30175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End</a:t>
            </a:r>
            <a:endParaRPr lang="en-AS" sz="1400" b="1" dirty="0">
              <a:solidFill>
                <a:schemeClr val="tx1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F8CFECCE-407D-EC0A-7A81-4B7074158F31}"/>
              </a:ext>
            </a:extLst>
          </p:cNvPr>
          <p:cNvSpPr/>
          <p:nvPr/>
        </p:nvSpPr>
        <p:spPr>
          <a:xfrm>
            <a:off x="5287434" y="562019"/>
            <a:ext cx="126999" cy="3504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92E4158-445C-4D92-3EB5-7CFCE40EC2BF}"/>
              </a:ext>
            </a:extLst>
          </p:cNvPr>
          <p:cNvSpPr/>
          <p:nvPr/>
        </p:nvSpPr>
        <p:spPr>
          <a:xfrm flipH="1">
            <a:off x="5287435" y="1632850"/>
            <a:ext cx="126998" cy="4160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AA92E9D-6278-A928-5593-40A18A966FE9}"/>
              </a:ext>
            </a:extLst>
          </p:cNvPr>
          <p:cNvSpPr/>
          <p:nvPr/>
        </p:nvSpPr>
        <p:spPr>
          <a:xfrm rot="1877221">
            <a:off x="6274996" y="2558319"/>
            <a:ext cx="403792" cy="118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52F0174-18F8-1C0A-D028-905B688A2FFA}"/>
              </a:ext>
            </a:extLst>
          </p:cNvPr>
          <p:cNvSpPr/>
          <p:nvPr/>
        </p:nvSpPr>
        <p:spPr>
          <a:xfrm rot="8561089">
            <a:off x="4106781" y="2446229"/>
            <a:ext cx="379821" cy="167697"/>
          </a:xfrm>
          <a:prstGeom prst="rightArrow">
            <a:avLst>
              <a:gd name="adj1" fmla="val 3132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653F137-426E-3B53-39D4-1F236FEAFB16}"/>
              </a:ext>
            </a:extLst>
          </p:cNvPr>
          <p:cNvSpPr/>
          <p:nvPr/>
        </p:nvSpPr>
        <p:spPr>
          <a:xfrm rot="5400000" flipV="1">
            <a:off x="7973581" y="3177258"/>
            <a:ext cx="362846" cy="156471"/>
          </a:xfrm>
          <a:prstGeom prst="rightArrow">
            <a:avLst>
              <a:gd name="adj1" fmla="val 50000"/>
              <a:gd name="adj2" fmla="val 61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B2D804E2-F664-7A81-36CE-3556E0B85487}"/>
              </a:ext>
            </a:extLst>
          </p:cNvPr>
          <p:cNvSpPr/>
          <p:nvPr/>
        </p:nvSpPr>
        <p:spPr>
          <a:xfrm>
            <a:off x="2425864" y="3153334"/>
            <a:ext cx="156469" cy="3701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71D2EA80-3C39-F373-F3D2-89C7BF39A94E}"/>
              </a:ext>
            </a:extLst>
          </p:cNvPr>
          <p:cNvSpPr/>
          <p:nvPr/>
        </p:nvSpPr>
        <p:spPr>
          <a:xfrm rot="19399374">
            <a:off x="6327224" y="4573019"/>
            <a:ext cx="526220" cy="1606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64E289E-7163-03FC-C5CE-F0BF61AFDCA3}"/>
              </a:ext>
            </a:extLst>
          </p:cNvPr>
          <p:cNvSpPr/>
          <p:nvPr/>
        </p:nvSpPr>
        <p:spPr>
          <a:xfrm rot="2547418">
            <a:off x="3301867" y="4574557"/>
            <a:ext cx="543616" cy="152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F701A78C-1645-1461-DFAC-2760F902F046}"/>
              </a:ext>
            </a:extLst>
          </p:cNvPr>
          <p:cNvSpPr/>
          <p:nvPr/>
        </p:nvSpPr>
        <p:spPr>
          <a:xfrm>
            <a:off x="5139267" y="5208768"/>
            <a:ext cx="148167" cy="252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9FC40EC4-CCDE-C1CF-43EB-B8571AD9A225}"/>
              </a:ext>
            </a:extLst>
          </p:cNvPr>
          <p:cNvSpPr/>
          <p:nvPr/>
        </p:nvSpPr>
        <p:spPr>
          <a:xfrm>
            <a:off x="5197475" y="5863234"/>
            <a:ext cx="89960" cy="3017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409648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AF7A-B530-4E9C-2C10-FCD66D42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Bill Output Example:</a:t>
            </a:r>
            <a:endParaRPr lang="en-AS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701D8-CABB-A8F4-1458-88E4EC8B2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6" y="2663885"/>
            <a:ext cx="5330672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C3513-4A25-9AFA-78E7-A2D52AF83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894" y="2663886"/>
            <a:ext cx="5430376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29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DEA2-D13E-6A5D-F850-A22C4F4B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Conclusion:</a:t>
            </a:r>
            <a:endParaRPr lang="en-A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A97F0-195F-F427-47D8-2A38D7EE5AD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90000"/>
            </a:schemeClr>
          </a:solidFill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References: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C++ Documentation (</a:t>
            </a:r>
            <a:r>
              <a:rPr lang="en-US" dirty="0">
                <a:hlinkClick r:id="rId2"/>
              </a:rPr>
              <a:t>cplusplus.com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tutorials on formatted output &amp; structured programming.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Conclusion: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system efficiently handles </a:t>
            </a:r>
            <a:r>
              <a:rPr lang="en-US" b="1" dirty="0"/>
              <a:t>room &amp; car reservations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structured programming &amp; user-friendly interface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</a:t>
            </a:r>
            <a:r>
              <a:rPr lang="en-US" b="1" dirty="0"/>
              <a:t>expanded</a:t>
            </a:r>
            <a:r>
              <a:rPr lang="en-US" dirty="0"/>
              <a:t> with additional features like </a:t>
            </a:r>
            <a:r>
              <a:rPr lang="en-US" b="1" dirty="0"/>
              <a:t>online payment integration</a:t>
            </a:r>
            <a:r>
              <a:rPr lang="en-US" dirty="0"/>
              <a:t>.</a:t>
            </a:r>
          </a:p>
          <a:p>
            <a:endParaRPr lang="en-A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770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190</TotalTime>
  <Words>232</Words>
  <Application>Microsoft Office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Ion Boardroom</vt:lpstr>
      <vt:lpstr>Final Project:</vt:lpstr>
      <vt:lpstr>Title Slide</vt:lpstr>
      <vt:lpstr> Introduction: </vt:lpstr>
      <vt:lpstr>System Specifications:</vt:lpstr>
      <vt:lpstr>PowerPoint Presentation</vt:lpstr>
      <vt:lpstr>Final Bill Output Example:</vt:lpstr>
      <vt:lpstr>References &amp; 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Tanzeel Abbas</dc:creator>
  <cp:lastModifiedBy>Tanzeel Abbas</cp:lastModifiedBy>
  <cp:revision>2</cp:revision>
  <dcterms:created xsi:type="dcterms:W3CDTF">2025-01-26T12:26:37Z</dcterms:created>
  <dcterms:modified xsi:type="dcterms:W3CDTF">2025-01-28T11:41:44Z</dcterms:modified>
</cp:coreProperties>
</file>